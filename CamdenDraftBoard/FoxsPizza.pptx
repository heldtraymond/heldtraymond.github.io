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78D7-4BE0-2541-79A2-250233231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84165-D6FE-5A01-EB47-5B9028DD1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89B30-4C97-0AE6-6E51-AF8D6D8E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0603C-3647-D59D-E622-34BB63B5A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DBE91-A7F6-3137-333A-342D7611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16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10EB9-29F9-B20B-6A26-EA89B327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2A896-20B3-7CC7-7C4B-909519642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62876-A5A1-A7B9-9D1B-7FA9DE9F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F77D0-29DE-8206-854F-72E050894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45203-5EE7-D55F-094D-FE241656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3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A2799-8DE4-96CD-556D-AF8989D65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1F773-E883-93B6-07F2-2662D0337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257DE-9413-9FFA-A3EC-9DE75286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F15B-7020-CB07-D156-41C639FAB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ADFBD-AE55-1569-0885-C4261EB9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8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CC78-FBBC-81A9-8895-DB44A062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5D92-DE38-9E53-98AF-4B5F0067E7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05FE9-5534-9323-57CB-B7898228C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23CD5-3DB4-71D5-083A-4C37CB7F8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72342-2543-A90B-C322-B4EDEA554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77091-67B6-4403-BBF3-658EF957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4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905DE-3158-FCC3-E3B5-054E681AB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CCC79-2E0F-ACA7-3195-7858967EA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98553-FF46-E7BE-F8D3-9817B98A0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E8FA8-EDBF-BB0A-4F1B-46B0398D9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DD834-6253-DFEF-1A13-C9000CF6E5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250EE-4832-FB35-D533-2CF8AAED9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385FA-71D9-969D-BA5B-94D422431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21E51A-02D0-B4EC-661A-AEC84026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3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1AD0A-B5F7-4461-2131-746138110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08093-8A56-7B5C-6ED7-DA6522B7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5159BA-7E58-25E7-F83B-4C55EE89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6FE1EE-946A-9061-2092-299C9D93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59A82-9350-439B-6AEA-71955D82F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68B0D2-EF22-BB92-EDAC-F03A3752B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84C73-1880-1FAA-C663-85A929FE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8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15F0-7BC9-A679-2841-FD39260BB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9DF6B-71BA-81D3-E7A7-44A098F15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E0FCE-628D-61FE-8A8B-A818EC107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062A1-E6F9-72E7-0037-845837267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82F6C-35DB-9DA1-5D6D-EEFADC9C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1FEF6-38C2-C406-6977-3D30A446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80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2261A-848C-2D6C-965E-3ABA2B6E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79D67-AFF2-420F-D874-81D652BEA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F1751-70B7-1987-FCA4-0EDC5A86F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E1F70-268B-2AF0-E43C-78E6E0FB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59149-120E-8DD0-67CE-BB9D2052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ECCA4-2DBD-451F-9DF6-CEC24A60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39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80C8D-E8A2-071D-106B-37631FBF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59F48-4B89-55FA-3684-88E3FFBC2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5676F-CE6D-16EA-BB97-D5350A22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87FD-0D1D-3FEC-95FD-0B003AA5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704F-AD95-D86B-187D-93C5DEB5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0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471C60-E532-E690-2BAA-91617F5E3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4E1EC-7B31-97EA-7E11-F19169D52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28460-BB51-9F63-BD07-3D65CFC8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DF25B-0161-73E2-1B28-89A6DE29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D98D7-A8A1-4DC2-3BBF-4833F111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0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42F0C-1C4A-7092-C173-B52891C4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A2004-B5FD-9D43-0E9B-DD3EE4318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A6AB3-D86F-50CA-828C-00769A081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B407C-338C-4593-AA98-E33FED38D86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3567-FBAB-AEFF-F994-AD73DF284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BEB18-03D6-C489-E49A-B1C8FE840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EFB25-7542-413D-8ABC-31F98B2F6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4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9188B61-F5D3-3878-12C8-D934C7253A1D}"/>
              </a:ext>
            </a:extLst>
          </p:cNvPr>
          <p:cNvGrpSpPr/>
          <p:nvPr/>
        </p:nvGrpSpPr>
        <p:grpSpPr>
          <a:xfrm>
            <a:off x="776748" y="3244646"/>
            <a:ext cx="8374033" cy="1548528"/>
            <a:chOff x="688258" y="3650686"/>
            <a:chExt cx="5433884" cy="100483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E440CE-3318-0EBF-38EE-9496D356BDE9}"/>
                </a:ext>
              </a:extLst>
            </p:cNvPr>
            <p:cNvSpPr/>
            <p:nvPr/>
          </p:nvSpPr>
          <p:spPr>
            <a:xfrm>
              <a:off x="688258" y="3650686"/>
              <a:ext cx="5433884" cy="100483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B3BAFA0-1E7E-5ECC-C7E9-BA10B45F9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8741" y="3713452"/>
              <a:ext cx="880562" cy="87930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F1AFACA-99E0-E2F0-4A79-92713E143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3878" y="3713452"/>
              <a:ext cx="880562" cy="87930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70D6746-F51E-087A-A206-CC61C6896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9015" y="3713452"/>
              <a:ext cx="880562" cy="87930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A37DCC2-4916-2EF4-27C4-8E25B5834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13687" y="3713452"/>
              <a:ext cx="880562" cy="87930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481B424-8D77-AD5B-DC28-F97572B1A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18359" y="3713451"/>
              <a:ext cx="880562" cy="8793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7964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 Heldt</dc:creator>
  <cp:lastModifiedBy>Ray Heldt</cp:lastModifiedBy>
  <cp:revision>2</cp:revision>
  <dcterms:created xsi:type="dcterms:W3CDTF">2026-07-13T13:44:40Z</dcterms:created>
  <dcterms:modified xsi:type="dcterms:W3CDTF">2026-07-13T13:47:26Z</dcterms:modified>
</cp:coreProperties>
</file>